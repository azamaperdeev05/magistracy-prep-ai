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>
        <p:scale>
          <a:sx n="92" d="100"/>
          <a:sy n="92" d="100"/>
        </p:scale>
        <p:origin x="656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Grant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8B00-0243-99B1-F1870A9E18D6}"/>
              </c:ext>
            </c:extLst>
          </c:dPt>
          <c:dPt>
            <c:idx val="1"/>
            <c:bubble3D val="0"/>
            <c:spPr>
              <a:solidFill>
                <a:srgbClr val="60A5FA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8B00-0243-99B1-F1870A9E18D6}"/>
              </c:ext>
            </c:extLst>
          </c:dPt>
          <c:dPt>
            <c:idx val="2"/>
            <c:bubble3D val="0"/>
            <c:spPr>
              <a:solidFill>
                <a:srgbClr val="22C55E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8B00-0243-99B1-F1870A9E18D6}"/>
              </c:ext>
            </c:extLst>
          </c:dPt>
          <c:dPt>
            <c:idx val="3"/>
            <c:bubble3D val="0"/>
            <c:spPr>
              <a:solidFill>
                <a:srgbClr val="94A3B8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8B00-0243-99B1-F1870A9E18D6}"/>
              </c:ext>
            </c:extLst>
          </c:dPt>
          <c:dPt>
            <c:idx val="4"/>
            <c:bubble3D val="0"/>
            <c:spPr>
              <a:solidFill>
                <a:srgbClr val="0F172A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8B00-0243-99B1-F1870A9E18D6}"/>
              </c:ext>
            </c:extLst>
          </c:dPt>
          <c:dPt>
            <c:idx val="5"/>
            <c:bubble3D val="0"/>
            <c:spPr>
              <a:solidFill>
                <a:srgbClr val="EF4444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8B00-0243-99B1-F1870A9E18D6}"/>
              </c:ext>
            </c:extLst>
          </c:dPt>
          <c:cat>
            <c:strRef>
              <c:f>Sheet1!$A$2:$A$7</c:f>
              <c:strCache>
                <c:ptCount val="6"/>
                <c:pt idx="0">
                  <c:v>AI</c:v>
                </c:pt>
                <c:pt idx="1">
                  <c:v>Content</c:v>
                </c:pt>
                <c:pt idx="2">
                  <c:v>Mobile Apps</c:v>
                </c:pt>
                <c:pt idx="3">
                  <c:v>Server</c:v>
                </c:pt>
                <c:pt idx="4">
                  <c:v>Marketing</c:v>
                </c:pt>
                <c:pt idx="5">
                  <c:v>Testing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20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B00-0243-99B1-F1870A9E18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4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3054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azamaperdeev05@gmail.com" TargetMode="External"/><Relationship Id="rId4" Type="http://schemas.openxmlformats.org/officeDocument/2006/relationships/hyperlink" Target="https://magis-core.vercel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 dirty="0"/>
          </a:p>
        </p:txBody>
      </p:sp>
      <p:sp>
        <p:nvSpPr>
          <p:cNvPr id="3" name="Shape 1"/>
          <p:cNvSpPr/>
          <p:nvPr/>
        </p:nvSpPr>
        <p:spPr>
          <a:xfrm>
            <a:off x="749808" y="658368"/>
            <a:ext cx="219456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740664"/>
            <a:ext cx="1956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40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ТӘУЕЛСІЗДІК ҰРПАҚТАРЫ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49808" y="126187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58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768096" y="214884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Қазақстандағы магистратураға дайындалуға арналған AI негізіндегі цифрлық білім беру платформасы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68096" y="52303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Пердеев Азамат Райымбекұлы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Ақпараттық технологиялар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966960" y="120700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pic>
        <p:nvPicPr>
          <p:cNvPr id="16" name="Image 1" descr="/Users/azamat/Developer.noindex/GitHub/magistracy-prep-ai/public/logo no bg, 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5989320"/>
            <a:ext cx="347472" cy="50292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C2370DA-4EF9-A00D-6C58-5F9AB5ECF7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0136" y="2086495"/>
            <a:ext cx="5636070" cy="2908267"/>
          </a:xfrm>
          <a:prstGeom prst="roundRect">
            <a:avLst/>
          </a:prstGeom>
          <a:effectLst>
            <a:outerShdw blurRad="622995" dist="82297" sx="104000" sy="104000" algn="tl" rotWithShape="0">
              <a:prstClr val="black">
                <a:alpha val="44846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9808" y="713232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Мәселе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Қазақстанда магистратураға дайындық әлі де жүйесіз және шашыраңқы.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08483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07008" y="21031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қазақ тіліндегі дайындық платформалары аз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07008" y="267004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оқу материалдары шашыраңқы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21868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07008" y="323697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дайындық жүйесіз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378561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07008" y="380390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КТ емтиханына арналған сапалы сервис жоқ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19088" y="1645920"/>
            <a:ext cx="2029968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38544" y="18928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Материал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38544" y="22219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PDF, чат, әртүрлі файл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750808" y="1645920"/>
            <a:ext cx="2029968" cy="10058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  <a:effectLst>
            <a:outerShdw blurRad="322580000" dist="161290000" algn="bl" rotWithShape="0">
              <a:srgbClr val="000000">
                <a:alpha val="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70264" y="18928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Тест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70264" y="22219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нақты симулятор жоқ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19088" y="3035808"/>
            <a:ext cx="2029968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38544" y="328269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Аналитика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38544" y="361188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прогресс көрінбейді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750808" y="3035808"/>
            <a:ext cx="2029968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970264" y="328269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970264" y="361188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жеке түсіндіру жоқ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406640" y="4526280"/>
            <a:ext cx="1920240" cy="0"/>
          </a:xfrm>
          <a:prstGeom prst="line">
            <a:avLst/>
          </a:prstGeom>
          <a:noFill/>
          <a:ln w="1778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67728" y="48828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Оқушы уақыт жоғалтады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9808" y="71323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Шешім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5303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 - дайындықты бір жүйеге жинайтын AI платформа.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98424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07008" y="20025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КТ симуляторы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07008" y="24414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түсіндіру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86207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07008" y="28803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Теория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330098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07008" y="33192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Аналитика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373989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07008" y="37581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Premium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417880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07008" y="41970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Оқу жоспары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09160" y="1225296"/>
            <a:ext cx="6720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403225000" dist="225806000" algn="bl" rotWithShape="0">
              <a:srgbClr val="000000">
                <a:alpha val="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18888" y="1335024"/>
            <a:ext cx="6501384" cy="3108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65192" y="1435608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9784" y="143560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94376" y="1435608"/>
            <a:ext cx="64008" cy="640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24" name="Image 0" descr="/Users/azamat/Developer.noindex/GitHub/magistracy-prep-ai/presentation/assets/test-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1719072"/>
            <a:ext cx="6501384" cy="3968496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9802368" y="1399032"/>
            <a:ext cx="124358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921240" y="14813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40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 MODE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9808" y="713232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Қазіргі нәтиже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6217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Идея емес. Жұмыс істейтін web-платформа бар.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04672" y="2057400"/>
            <a:ext cx="2240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286000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05840" y="2889504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пайдаланушы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01568" y="2057400"/>
            <a:ext cx="2240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02736" y="2286000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02736" y="2889504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MVP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98464" y="2057400"/>
            <a:ext cx="2240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99632" y="2286000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199632" y="2889504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өзім әзірледім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595360" y="2057400"/>
            <a:ext cx="2240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796528" y="2286000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796528" y="2889504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интеграцияланған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481328" y="4160520"/>
            <a:ext cx="923544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874520" y="4471416"/>
            <a:ext cx="8458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 қазір тіркелу, тест тапсыру, нәтиже көру, AI түсіндіру және тарих сақтау функцияларымен жұмыс істейді.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9808" y="71323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Платформа мүмкіндіктері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603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Бір өнім ішінде тест, AI және аналитика.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" y="1874520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9264" y="2103120"/>
            <a:ext cx="530352" cy="53035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23113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45920" y="2130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4871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Қате сұрақты түсіндіреді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81528" y="1874520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00984" y="2103120"/>
            <a:ext cx="530352" cy="53035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00984" y="223113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977640" y="2130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77640" y="24871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Нәтиже мен прогресс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13248" y="1874520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32704" y="2103120"/>
            <a:ext cx="530352" cy="53035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32704" y="223113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09360" y="2130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24871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КТ форматына жақын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9808" y="3108960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69264" y="3337560"/>
            <a:ext cx="530352" cy="53035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" y="34655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45920" y="3364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Theory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37216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Қысқа теория блоктары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081528" y="3108960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00984" y="3337560"/>
            <a:ext cx="530352" cy="53035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00984" y="34655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977640" y="3364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Premium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977640" y="37216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Кеңейтілген режим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13248" y="3108960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632704" y="3337560"/>
            <a:ext cx="530352" cy="53035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32704" y="34655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DB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09360" y="3364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09360" y="37216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Тарих және басқару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183880" y="1344168"/>
            <a:ext cx="29718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93608" y="1453896"/>
            <a:ext cx="2752344" cy="3108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>
                <a:alpha val="7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39912" y="1554480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04504" y="1554480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769096" y="1554480"/>
            <a:ext cx="64008" cy="640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42" name="Image 0" descr="/Users/azamat/Developer.noindex/GitHub/magistracy-prep-ai/presentation/assets/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837944"/>
            <a:ext cx="2752344" cy="1453896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9528048" y="1517904"/>
            <a:ext cx="124358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646920" y="160020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40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HOME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726680" y="3529584"/>
            <a:ext cx="345643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7836408" y="3639312"/>
            <a:ext cx="3236976" cy="3108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>
                <a:alpha val="7500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982712" y="3739896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147304" y="373989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311896" y="3739896"/>
            <a:ext cx="64008" cy="640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50" name="Image 1" descr="/Users/azamat/Developer.noindex/GitHub/magistracy-prep-ai/presentation/assets/ai-assista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408" y="4023360"/>
            <a:ext cx="3236976" cy="1545336"/>
          </a:xfrm>
          <a:prstGeom prst="rect">
            <a:avLst/>
          </a:prstGeom>
        </p:spPr>
      </p:pic>
      <p:sp>
        <p:nvSpPr>
          <p:cNvPr id="51" name="Shape 47"/>
          <p:cNvSpPr/>
          <p:nvPr/>
        </p:nvSpPr>
        <p:spPr>
          <a:xfrm>
            <a:off x="9555480" y="3703320"/>
            <a:ext cx="124358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9674352" y="378561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40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9808" y="713232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қалай көмектеседі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6217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Платформа оқушының қатесін түсінікті әрекет жоспарына айналдырады.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498848" y="1481328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66420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Пайдаланушы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943600" y="2039112"/>
            <a:ext cx="256032" cy="310896"/>
          </a:xfrm>
          <a:prstGeom prst="downArrow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8848" y="2167128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235000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Тест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0" y="2724912"/>
            <a:ext cx="256032" cy="310896"/>
          </a:xfrm>
          <a:prstGeom prst="downArrow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98848" y="2852928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303580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талдайды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943600" y="3410712"/>
            <a:ext cx="256032" cy="310896"/>
          </a:xfrm>
          <a:prstGeom prst="downArrow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98848" y="3538728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372160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Қате сұрақтарды түсіндіреді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943600" y="4096512"/>
            <a:ext cx="256032" cy="310896"/>
          </a:xfrm>
          <a:prstGeom prst="downArrow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98848" y="4224528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440740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Жеке оқу жоспарын береді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943600" y="4782312"/>
            <a:ext cx="256032" cy="310896"/>
          </a:xfrm>
          <a:prstGeom prst="downArrow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98848" y="4910328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509320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Прогресті бақылайды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8183880" y="1901952"/>
            <a:ext cx="2907792" cy="2084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93608" y="2011680"/>
            <a:ext cx="2688336" cy="3108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39912" y="2112264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04504" y="2112264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096" y="2112264"/>
            <a:ext cx="64008" cy="640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29" name="Image 0" descr="/Users/azamat/Developer.noindex/GitHub/magistracy-prep-ai/presentation/assets/ai-assist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395728"/>
            <a:ext cx="2688336" cy="1481328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9464040" y="2075688"/>
            <a:ext cx="124358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582912" y="215798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40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CHAT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41832" y="1883664"/>
            <a:ext cx="2423160" cy="2240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123444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Нәтиже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1207008" y="2798064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Әр оқушыға бірдей материал емес, өз қатесіне негізделген түсіндіру.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9808" y="71323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Даму жоспары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603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2026 жылы MVP-ден ұлттық EdTech өнімге өту.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25420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2026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148840" y="2761488"/>
            <a:ext cx="8778240" cy="0"/>
          </a:xfrm>
          <a:prstGeom prst="line">
            <a:avLst/>
          </a:prstGeom>
          <a:noFill/>
          <a:ln w="2794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9424" y="2624328"/>
            <a:ext cx="283464" cy="283464"/>
          </a:xfrm>
          <a:prstGeom prst="ellipse">
            <a:avLst/>
          </a:prstGeom>
          <a:solidFill>
            <a:srgbClr val="2563EB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55648" y="309067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128 мамандық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67328" y="2624328"/>
            <a:ext cx="283464" cy="283464"/>
          </a:xfrm>
          <a:prstGeom prst="ellipse">
            <a:avLst/>
          </a:prstGeom>
          <a:solidFill>
            <a:srgbClr val="2563EB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36576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Android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85232" y="2624328"/>
            <a:ext cx="283464" cy="28346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309067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03136" y="2624328"/>
            <a:ext cx="283464" cy="28346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6576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оқу жоспары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21040" y="2624328"/>
            <a:ext cx="283464" cy="28346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27264" y="309067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Онлайн төлем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838944" y="2624328"/>
            <a:ext cx="283464" cy="28346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45168" y="36576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5000+ пайдаланушы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1248" y="5074920"/>
            <a:ext cx="1051560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78992" y="5303520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Грант негізгі өнімді масштабтауға және мобильді экожүйеге шығаруға жұмсалады.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9808" y="71323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Әлеуметтік әсері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603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 білімге қолжетімділікті арттырады.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920240"/>
            <a:ext cx="2926080" cy="29260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2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274320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KZ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1353312" y="350215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жастары үшін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79222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276088" y="18105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Қазақ тіліндегі сапалы білім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245059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276088" y="24688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Магистратураға дайындық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92040" y="310896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276088" y="31272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Барлығына қолжетімді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92040" y="376732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276088" y="378561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Қолжетімді баға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92040" y="442569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276088" y="44439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EdTech дамыту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9808" y="713232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Грант қалай пайдаланылады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6217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2 000 000 ₸ өнімді дамытуға және масштабтауға бағытталады.</a:t>
            </a:r>
            <a:endParaRPr lang="en-US" sz="1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1143000" y="1627632"/>
          <a:ext cx="4041648" cy="39136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1984248" y="30906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2 000 000 ₸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172200" y="1901952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64808" y="182880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507224" y="1828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30%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412480" y="1901952"/>
            <a:ext cx="164592" cy="16459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05088" y="182880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Content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9747504" y="1828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20%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172200" y="2724912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64808" y="265176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Mobile Apps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507224" y="26517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20%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8412480" y="2724912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05088" y="265176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Server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9747504" y="26517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15%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172200" y="3547872"/>
            <a:ext cx="164592" cy="164592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64808" y="34747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7507224" y="34747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10%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412480" y="3547872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705088" y="34747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Testing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9747504" y="34747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5%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6190488" y="4572000"/>
            <a:ext cx="4315968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428232" y="4800600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Негізгі басымдық: AI сапасы, контент және мобильді қосымша.</a:t>
            </a:r>
            <a:endParaRPr lang="en-US" sz="12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49808" y="713232"/>
            <a:ext cx="105156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795528"/>
            <a:ext cx="813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40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49808" y="1353312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Қазақстандағы №1 магистратура платформасы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822960" y="2779776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24128" y="3008376"/>
            <a:ext cx="1655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128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024128" y="3611880"/>
            <a:ext cx="1655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мамандық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46120" y="2779776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47288" y="3008376"/>
            <a:ext cx="1655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5000+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47288" y="3611880"/>
            <a:ext cx="1655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пайдаланушы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0" y="2779776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70448" y="3008376"/>
            <a:ext cx="1655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870448" y="3611880"/>
            <a:ext cx="1655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жеке оқу жоспары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92440" y="2779776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93608" y="3008376"/>
            <a:ext cx="1655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Android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293608" y="3611880"/>
            <a:ext cx="1655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мобильді қосымша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464040" y="4709160"/>
            <a:ext cx="162763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65208" y="4937760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iOS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665208" y="5541264"/>
            <a:ext cx="1225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мобильді қосымша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9808" y="713232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Неге дәл MagisCore?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6217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Комиссия үшін ең маңызды дәлел - өнім қазірдің өзінде жұмыс істейді.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93852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98448" y="19568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MVP дайын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69280" y="193852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053328" y="19568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Жұмыс істейді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68833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98448" y="27066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 пайдаланушы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0" y="268833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53328" y="27066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қолданылған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343814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98448" y="34564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Жалғыз әзірлеуші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669280" y="343814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053328" y="34564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Нақты даму жоспары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510528" y="4069080"/>
            <a:ext cx="406908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0256" y="4178808"/>
            <a:ext cx="3849624" cy="3108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4279392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31152" y="4279392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95744" y="4279392"/>
            <a:ext cx="64008" cy="640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24" name="Image 0" descr="/Users/azamat/Developer.noindex/GitHub/magistracy-prep-ai/presentation/assets/tgo-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4562856"/>
            <a:ext cx="3849624" cy="969264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8951976" y="4242816"/>
            <a:ext cx="124358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070848" y="432511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40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TGO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914400" y="4590288"/>
            <a:ext cx="4480560" cy="8229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1207008" y="49011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65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Грант тәуекелі төмен: өнім нөлден басталмайды.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zamat/Developer.noindex/GitHub/magistracy-prep-ai/public/logo no bg, 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621792"/>
            <a:ext cx="438912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137160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Рахмет!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768096" y="2331720"/>
            <a:ext cx="5212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Қазақстандағы магистратураға дайындалуға арналған AI платформасы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583680" y="1243584"/>
            <a:ext cx="4434840" cy="37947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04304" y="168249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Website</a:t>
            </a:r>
            <a:endParaRPr lang="en-US" sz="900" dirty="0"/>
          </a:p>
        </p:txBody>
      </p:sp>
      <p:sp>
        <p:nvSpPr>
          <p:cNvPr id="7" name="Text 4">
            <a:hlinkClick r:id="rId4"/>
          </p:cNvPr>
          <p:cNvSpPr/>
          <p:nvPr/>
        </p:nvSpPr>
        <p:spPr>
          <a:xfrm>
            <a:off x="7004304" y="19202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93C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https://magis-core.vercel.app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004304" y="243230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Автор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004304" y="267004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Пердеев Азамат Райымбекұлы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004304" y="31821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Email</a:t>
            </a:r>
            <a:endParaRPr lang="en-US" sz="900" dirty="0"/>
          </a:p>
        </p:txBody>
      </p:sp>
      <p:sp>
        <p:nvSpPr>
          <p:cNvPr id="11" name="Text 8">
            <a:hlinkClick r:id="rId5"/>
          </p:cNvPr>
          <p:cNvSpPr/>
          <p:nvPr/>
        </p:nvSpPr>
        <p:spPr>
          <a:xfrm>
            <a:off x="7004304" y="341985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93C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azamaperdeev05@gmail.com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004304" y="39319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Телефон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004304" y="416966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+7 747 850 18 22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68096" y="60899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"Тәуелсіздік ұрпақтары" гранты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459</Words>
  <Application>Microsoft Macintosh PowerPoint</Application>
  <PresentationFormat>Широкоэкранный</PresentationFormat>
  <Paragraphs>195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Helvetica Neue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MagisCore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MagisCore Grant Pitch Deck</dc:title>
  <dc:subject>"Тәуелсіздік ұрпақтары" гранты</dc:subject>
  <dc:creator>Пердеев Азамат Райымбекұлы</dc:creator>
  <cp:lastModifiedBy>Azamat</cp:lastModifiedBy>
  <cp:revision>2</cp:revision>
  <dcterms:created xsi:type="dcterms:W3CDTF">2026-07-14T09:51:34Z</dcterms:created>
  <dcterms:modified xsi:type="dcterms:W3CDTF">2026-07-14T10:07:09Z</dcterms:modified>
</cp:coreProperties>
</file>