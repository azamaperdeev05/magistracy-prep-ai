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Grant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60A5FA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2C55E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0F172A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EF4444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AI</c:v>
                </c:pt>
                <c:pt idx="1">
                  <c:v>Content</c:v>
                </c:pt>
                <c:pt idx="2">
                  <c:v>Mobile Apps</c:v>
                </c:pt>
                <c:pt idx="3">
                  <c:v>Server</c:v>
                </c:pt>
                <c:pt idx="4">
                  <c:v>Marketing</c:v>
                </c:pt>
                <c:pt idx="5">
                  <c:v>Testing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30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</c:ser>
        <c:firstSliceAng val="0"/>
        <c:holeSize val="6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magis-core.vercel.app/" TargetMode="External"/><Relationship Id="rId3" Type="http://schemas.openxmlformats.org/officeDocument/2006/relationships/hyperlink" Target="mailto:azamaperdeev05@gmail.com" TargetMode="External"/><Relationship Id="rId1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658368"/>
            <a:ext cx="219456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740664"/>
            <a:ext cx="1956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ТӘУЕЛСІЗДІК ҰРПАҚТАРЫ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49808" y="126187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68096" y="214884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Қазақстандағы магистратураға дайындалуға арналған AI негізіндегі цифрлық білім беру платформасы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8096" y="52303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Пердеев Азамат Райымбекұлы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Ақпараттық технологиялар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0" y="950976"/>
            <a:ext cx="5989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778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96128" y="1060704"/>
            <a:ext cx="5769864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42432" y="1161288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07024" y="116128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71616" y="1161288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13" name="Image 0" descr="/Users/azamat/Developer.noindex/GitHub/magistracy-prep-ai/presentation/asset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6128" y="1444752"/>
            <a:ext cx="5769864" cy="392277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848088" y="1124712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966960" y="120700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MVP</a:t>
            </a:r>
            <a:endParaRPr lang="en-US" sz="850" dirty="0"/>
          </a:p>
        </p:txBody>
      </p:sp>
      <p:pic>
        <p:nvPicPr>
          <p:cNvPr id="16" name="Image 1" descr="/Users/azamat/Developer.noindex/GitHub/magistracy-prep-ai/public/logo no bg, 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5989320"/>
            <a:ext cx="347472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Мәселе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Қазақстанда магистратураға дайындық әлі де жүйесіз және шашыраңқы.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08483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07008" y="21031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 тіліндегі дайындық платформалары аз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07008" y="267004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оқу материалдары шашыраңқы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21868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07008" y="323697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дайындық жүйесіз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78561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07008" y="380390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КТ емтиханына арналған сапалы сервис жоқ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19088" y="1645920"/>
            <a:ext cx="202996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38544" y="18928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Материал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38544" y="22219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PDF, чат, әртүрлі файл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50808" y="1645920"/>
            <a:ext cx="2029968" cy="1005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80000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70264" y="18928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Тест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70264" y="22219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нақты симулятор жоқ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19088" y="3035808"/>
            <a:ext cx="202996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4096766000000" dist="2048383000000" dir="9720000000000000">
              <a:srgbClr val="000000">
                <a:alpha val="800000000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38544" y="328269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Аналитика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38544" y="36118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прогресс көрінбейді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750808" y="3035808"/>
            <a:ext cx="202996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2028928200000000" dist="26014464100000000" dir="583200000000000000000">
              <a:srgbClr val="000000">
                <a:alpha val="80000000000000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70264" y="328269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70264" y="36118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жеке түсіндіру жоқ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06640" y="4526280"/>
            <a:ext cx="1920240" cy="0"/>
          </a:xfrm>
          <a:prstGeom prst="line">
            <a:avLst/>
          </a:prstGeom>
          <a:noFill/>
          <a:ln w="1778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67728" y="48828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Оқушы уақыт жоғалтады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Шешім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5303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 - дайындықты бір жүйеге жинайтын AI платформа.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9842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07008" y="20025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КТ симуляторы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07008" y="2441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түсіндіру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86207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07008" y="2880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Теория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30098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07008" y="3319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Аналитика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373989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07008" y="37581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417880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07008" y="41970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Оқу жоспары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09160" y="1225296"/>
            <a:ext cx="6720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403225000" dist="225806000" dir="162000000000">
              <a:srgbClr val="000000">
                <a:alpha val="12000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1335024"/>
            <a:ext cx="6501384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65192" y="1435608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9784" y="143560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94376" y="1435608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24" name="Image 0" descr="/Users/azamat/Developer.noindex/GitHub/magistracy-prep-ai/presentation/assets/test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8888" y="1719072"/>
            <a:ext cx="6501384" cy="3968496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9802368" y="1399032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921240" y="1481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MODE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Қазіргі нәтиже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Идея емес. Жұмыс істейтін web-платформа бар.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4672" y="205740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60767388140000000000" dist="330383694070000000000" dir="3.4992e+25">
              <a:srgbClr val="000000">
                <a:alpha val="8e+23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28600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05840" y="2889504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пайдаланушы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01568" y="205740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.391745829378e+24" dist="4.195872914689e+24" dir="2.09952e+30">
              <a:srgbClr val="000000">
                <a:alpha val="8e+28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02736" y="228600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02736" y="2889504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MVP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98464" y="205740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0657517203310059e+29" dist="5.3287586016550295e+28" dir="1.259712e+35">
              <a:srgbClr val="000000">
                <a:alpha val="8e+33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99632" y="228600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99632" y="2889504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өзім әзірледім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595360" y="205740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3535046848203775e+33" dist="6.767523424101888e+32" dir="7.558272e+39">
              <a:srgbClr val="000000">
                <a:alpha val="8e+38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96528" y="228600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796528" y="2889504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интеграцияланған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481328" y="4160520"/>
            <a:ext cx="923544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7189509497218795e+37" dist="8.594754748609397e+36" dir="4.5349632000000006e+44">
              <a:srgbClr val="000000">
                <a:alpha val="8e+43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874520" y="4471416"/>
            <a:ext cx="8458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 қазір тіркелу, тест тапсыру, нәтиже көру, AI түсіндіру және тарих сақтау функцияларымен жұмыс істейді.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Платформа мүмкіндіктері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Бір өнім ішінде тест, AI және аналитика.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187452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.183067706146787e+41" dist="1.0915338530733935e+41" dir="2.72097792e+49">
              <a:srgbClr val="000000">
                <a:alpha val="8e+48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9264" y="210312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2311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45920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4871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Қате сұрақты түсіндіреді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81528" y="187452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.7724959868064195e+45" dist="1.3862479934032098e+45" dir="1.6325867520000003e+54">
              <a:srgbClr val="000000">
                <a:alpha val="8e+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00984" y="210312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0984" y="22311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77640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77640" y="24871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Нәтиже мен прогресс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13248" y="187452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.5210699032441527e+49" dist="1.7605349516220764e+49" dir="9.795520512000002e+58">
              <a:srgbClr val="000000">
                <a:alpha val="8e+58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32704" y="210312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32704" y="22311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09360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24871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КТ форматына жақын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9808" y="310896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4.471758777120074e+53" dist="2.235879388560037e+53" dir="5.877312307200001e+63">
              <a:srgbClr val="000000">
                <a:alpha val="7.999999999999999e+63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9264" y="333756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34655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45920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Theory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3721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Қысқа теория блоктары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081528" y="310896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.679133646942494e+57" dist="2.839566823471247e+57" dir="3.526387384320001e+68">
              <a:srgbClr val="000000">
                <a:alpha val="7.999999999999999e+68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00984" y="333756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00984" y="34655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977640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977640" y="3721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Кеңейтілген режим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13248" y="310896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.212499731616968e+61" dist="3.606249865808484e+61" dir="2.1158324305920003e+73">
              <a:srgbClr val="000000">
                <a:alpha val="7.999999999999999e+73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632704" y="333756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32704" y="34655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DB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09360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09360" y="3721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Тарих және басқару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183880" y="1344168"/>
            <a:ext cx="2971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120957500000" dist="2867736200000" dir="9720000000000000">
              <a:srgbClr val="000000">
                <a:alpha val="12000000000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93608" y="1453896"/>
            <a:ext cx="2752344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39912" y="1554480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04504" y="155448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69096" y="1554480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42" name="Image 0" descr="/Users/azamat/Developer.noindex/GitHub/magistracy-prep-ai/presentation/asset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3608" y="1837944"/>
            <a:ext cx="2752344" cy="1453896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9528048" y="1517904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646920" y="160020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726680" y="3529584"/>
            <a:ext cx="345643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5036160250000000" dist="36420249740000000" dir="583200000000000000000">
              <a:srgbClr val="000000">
                <a:alpha val="1200000000000000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7836408" y="3639312"/>
            <a:ext cx="3236976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982712" y="3739896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147304" y="373989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311896" y="3739896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50" name="Image 1" descr="/Users/azamat/Developer.noindex/GitHub/magistracy-prep-ai/presentation/assets/ai-assista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08" y="4023360"/>
            <a:ext cx="3236976" cy="1545336"/>
          </a:xfrm>
          <a:prstGeom prst="rect">
            <a:avLst/>
          </a:prstGeom>
        </p:spPr>
      </p:pic>
      <p:sp>
        <p:nvSpPr>
          <p:cNvPr id="51" name="Shape 47"/>
          <p:cNvSpPr/>
          <p:nvPr/>
        </p:nvSpPr>
        <p:spPr>
          <a:xfrm>
            <a:off x="9555480" y="3703320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9674352" y="378561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қалай көмектеседі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Платформа оқушының қатесін түсінікті әрекет жоспарына айналдырады.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98848" y="14813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9.15987465915355e+65" dist="4.579937329576775e+65" dir="1.2694994583552002e+78">
              <a:srgbClr val="000000">
                <a:alpha val="7.999999999999998e+78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6642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Пайдаланушы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943600" y="2039112"/>
            <a:ext cx="256032" cy="310896"/>
          </a:xfrm>
          <a:prstGeom prst="downArrow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21671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1633040817125008e+70" dist="5.816520408562504e+69" dir="7.616996750131201e+82">
              <a:srgbClr val="000000">
                <a:alpha val="7.999999999999998e+83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23500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Тест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0" y="2724912"/>
            <a:ext cx="256032" cy="310896"/>
          </a:xfrm>
          <a:prstGeom prst="downArrow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98848" y="28529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477396183774876e+74" dist="7.38698091887438e+73" dir="4.57019805007872e+87">
              <a:srgbClr val="000000">
                <a:alpha val="7.999999999999998e+88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30358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талдайды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43600" y="3410712"/>
            <a:ext cx="256032" cy="310896"/>
          </a:xfrm>
          <a:prstGeom prst="downArrow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98848" y="35387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8762931533940924e+78" dist="9.381465766970462e+77" dir="2.742118830047232e+92">
              <a:srgbClr val="000000">
                <a:alpha val="7.9999999999999985e+93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7216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Қате сұрақтарды түсіндіреді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943600" y="4096512"/>
            <a:ext cx="256032" cy="310896"/>
          </a:xfrm>
          <a:prstGeom prst="downArrow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98848" y="42245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.3828923048104974e+82" dist="1.1914461524052487e+82" dir="1.6452712980283393e+97">
              <a:srgbClr val="000000">
                <a:alpha val="7.999999999999999e+98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44074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Жеке оқу жоспарын береді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943600" y="4782312"/>
            <a:ext cx="256032" cy="310896"/>
          </a:xfrm>
          <a:prstGeom prst="downArrow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98848" y="49103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.0262732271093317e+86" dist="1.5131366135546659e+86" dir="9.871627788170037e+101">
              <a:srgbClr val="000000">
                <a:alpha val="7.999999999999998e+103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50932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Прогресті бақылайды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183880" y="1901952"/>
            <a:ext cx="2907792" cy="2084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25959235175000000000" dist="462537171698000000000" dir="3.4992e+25">
              <a:srgbClr val="000000">
                <a:alpha val="1.2e+2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93608" y="2011680"/>
            <a:ext cx="2688336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39912" y="2112264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04504" y="2112264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096" y="2112264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29" name="Image 0" descr="/Users/azamat/Developer.noindex/GitHub/magistracy-prep-ai/presentation/assets/ai-assis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3608" y="2395728"/>
            <a:ext cx="2688336" cy="1481328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9464040" y="2075688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582912" y="215798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CHAT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41832" y="1883664"/>
            <a:ext cx="2423160" cy="2240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3.8433669984288512e+90" dist="1.9216834992144256e+90" dir="5.9229766729020215e+106">
              <a:srgbClr val="000000">
                <a:alpha val="7.999999999999998e+108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123444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Нәтиже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1207008" y="2798064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Әр оқушыға бірдей материал емес, өз қатесіне негізделген түсіндіру.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Даму жоспары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 жылы MVP-ден ұлттық EdTech өнімге өту.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25420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148840" y="2761488"/>
            <a:ext cx="8778240" cy="0"/>
          </a:xfrm>
          <a:prstGeom prst="line">
            <a:avLst/>
          </a:prstGeom>
          <a:noFill/>
          <a:ln w="2794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9424" y="2624328"/>
            <a:ext cx="283464" cy="283464"/>
          </a:xfrm>
          <a:prstGeom prst="ellipse">
            <a:avLst/>
          </a:prstGeom>
          <a:solidFill>
            <a:srgbClr val="2563EB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55648" y="309067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128 мамандық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67328" y="2624328"/>
            <a:ext cx="283464" cy="283464"/>
          </a:xfrm>
          <a:prstGeom prst="ellipse">
            <a:avLst/>
          </a:prstGeom>
          <a:solidFill>
            <a:srgbClr val="2563EB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36576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Android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85232" y="2624328"/>
            <a:ext cx="283464" cy="28346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309067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03136" y="2624328"/>
            <a:ext cx="283464" cy="28346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6576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оқу жоспары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21040" y="2624328"/>
            <a:ext cx="283464" cy="28346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27264" y="309067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Онлайн төлем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838944" y="2624328"/>
            <a:ext cx="283464" cy="28346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5168" y="36576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5000+ пайдаланушы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1248" y="5074920"/>
            <a:ext cx="1051560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4.8810760880046414e+94" dist="2.4405380440023207e+94" dir="3.553786003741213e+111">
              <a:srgbClr val="000000">
                <a:alpha val="7.999999999999999e+113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78992" y="5303520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Грант негізгі өнімді масштабтауға және мобильді экожүйеге шығаруға жұмсалады.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Әлеуметтік әсері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 білімге қолжетімділікті арттырады.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920240"/>
            <a:ext cx="2926080" cy="29260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274320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KZ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1353312" y="350215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жастары үшін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79222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276088" y="18105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 тіліндегі сапалы білім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245059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276088" y="24688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Магистратураға дайындық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92040" y="31089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276088" y="31272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Барлығына қолжетімді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92040" y="37673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276088" y="37856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Қолжетімді баға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92040" y="442569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76088" y="44439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EdTech дамыту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Грант қалай пайдаланылады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2 000 000 ₸ өнімді дамытуға және масштабтауға бағытталады.</a:t>
            </a:r>
            <a:endParaRPr lang="en-US" sz="1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1143000" y="1627632"/>
          <a:ext cx="4041648" cy="39136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1984248" y="30906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2 000 000 ₸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172200" y="1901952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64808" y="18288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507224" y="1828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30%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412480" y="1901952"/>
            <a:ext cx="164592" cy="1645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05088" y="18288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Content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9747504" y="1828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20%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72200" y="272491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64808" y="265176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Mobile Apps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507224" y="26517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20%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412480" y="2724912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05088" y="265176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Server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9747504" y="26517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15%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172200" y="3547872"/>
            <a:ext cx="164592" cy="16459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64808" y="34747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507224" y="34747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10%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412480" y="354787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05088" y="34747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Testing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9747504" y="34747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5%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190488" y="4572000"/>
            <a:ext cx="4315968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.198966631765894e+98" dist="3.099483315882947e+98" dir="2.1322716022447277e+116">
              <a:srgbClr val="000000">
                <a:alpha val="7.999999999999999e+118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428232" y="4800600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Негізгі басымдық: AI сапасы, контент және мобильді қосымша.</a:t>
            </a:r>
            <a:endParaRPr lang="en-US" sz="12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49808" y="713232"/>
            <a:ext cx="105156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795528"/>
            <a:ext cx="813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9808" y="1353312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Қазақстандағы №1 магистратура платформасы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822960" y="2779776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.872687622342685e+102" dist="3.9363438111713427e+102" dir="1.2793629613468366e+121">
              <a:srgbClr val="000000">
                <a:alpha val="7.999999999999999e+123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24128" y="3008376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24128" y="3611880"/>
            <a:ext cx="1655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мамандық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6120" y="2779776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9.998313280375211e+106" dist="4.9991566401876055e+106" dir="7.67617776808102e+125">
              <a:srgbClr val="000000">
                <a:alpha val="7.999999999999999e+128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47288" y="3008376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5000+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47288" y="3611880"/>
            <a:ext cx="1655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пайдаланушы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0" y="2779776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2697857866076517e+111" dist="6.348928933038258e+110" dir="4.605706660848612e+130">
              <a:srgbClr val="000000">
                <a:alpha val="7.999999999999999e+133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70448" y="3008376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870448" y="3611880"/>
            <a:ext cx="1655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жеке оқу жоспары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92440" y="2779776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6126279489917177e+115" dist="8.063139744958588e+114" dir="2.763423996509167e+135">
              <a:srgbClr val="000000">
                <a:alpha val="7.999999999999999e+138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93608" y="3008376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Android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293608" y="3611880"/>
            <a:ext cx="1655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мобильді қосымша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464040" y="4709160"/>
            <a:ext cx="162763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.0480374952194813e+119" dist="1.0240187476097407e+119" dir="1.6580543979055002e+140">
              <a:srgbClr val="000000">
                <a:alpha val="7.999999999999998e+143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65208" y="4937760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iOS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665208" y="5541264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мобильді қосымша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Неге дәл MagisCore?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Комиссия үшін ең маңызды дәлел - өнім қазірдің өзінде жұмыс істейді.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385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98448" y="19568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MVP дайын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69280" y="19385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053328" y="19568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Жұмыс істейді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68833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98448" y="27066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 пайдаланушы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268833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53328" y="27066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қолданылған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43814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98448" y="3456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Жалғыз әзірлеуші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669280" y="343814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53328" y="3456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Нақты даму жоспары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10528" y="4069080"/>
            <a:ext cx="40690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0489682286722501e+25" dist="5.8742220805646e+24" dir="2.09952e+30">
              <a:srgbClr val="000000">
                <a:alpha val="1.2e+2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0256" y="4178808"/>
            <a:ext cx="3849624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4279392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31152" y="4279392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95744" y="4279392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24" name="Image 0" descr="/Users/azamat/Developer.noindex/GitHub/magistracy-prep-ai/presentation/assets/tgo-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56" y="4562856"/>
            <a:ext cx="3849624" cy="969264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8951976" y="4242816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70848" y="432511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TGO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914400" y="4590288"/>
            <a:ext cx="4480560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2.6010076189287412e+123" dist="1.3005038094643706e+123" dir="9.948326387433002e+144">
              <a:srgbClr val="000000">
                <a:alpha val="7.999999999999998e+148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207008" y="49011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65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Грант тәуекелі төмен: өнім нөлден басталмайды.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zamat/Developer.noindex/GitHub/magistracy-prep-ai/public/logo no bg, 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21792"/>
            <a:ext cx="438912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13716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Рахмет!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768096" y="2331720"/>
            <a:ext cx="5212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Қазақстандағы магистратураға дайындалуға арналған AI платформасы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583680" y="1243584"/>
            <a:ext cx="4434840" cy="37947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3.303279676039501e+127" dist="1.6516398380197506e+127" dir="5.968995832459801e+149">
              <a:srgbClr val="000000">
                <a:alpha val="7.999999999999999e+153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04304" y="16824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Website</a:t>
            </a:r>
            <a:endParaRPr lang="en-US" sz="900" dirty="0"/>
          </a:p>
        </p:txBody>
      </p:sp>
      <p:sp>
        <p:nvSpPr>
          <p:cNvPr id="7" name="Text 4">
            <a:hlinkClick r:id="rId2" tooltip=""/>
          </p:cNvPr>
          <p:cNvSpPr/>
          <p:nvPr/>
        </p:nvSpPr>
        <p:spPr>
          <a:xfrm>
            <a:off x="7004304" y="19202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https://magis-core.vercel.app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004304" y="24323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Автор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004304" y="26700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Пердеев Азамат Райымбекұлы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004304" y="31821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Email</a:t>
            </a:r>
            <a:endParaRPr lang="en-US" sz="900" dirty="0"/>
          </a:p>
        </p:txBody>
      </p:sp>
      <p:sp>
        <p:nvSpPr>
          <p:cNvPr id="11" name="Text 8">
            <a:hlinkClick r:id="rId3" tooltip=""/>
          </p:cNvPr>
          <p:cNvSpPr/>
          <p:nvPr/>
        </p:nvSpPr>
        <p:spPr>
          <a:xfrm>
            <a:off x="7004304" y="341985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azamaperdeev05@gmail.com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004304" y="39319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Телефон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004304" y="416966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+7 747 850 18 22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68096" y="60899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"Тәуелсіздік ұрпақтары" гранты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MagisCore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MagisCore Grant Pitch Deck</dc:title>
  <dc:subject>"Тәуелсіздік ұрпақтары" гранты</dc:subject>
  <dc:creator>Пердеев Азамат Райымбекұлы</dc:creator>
  <cp:lastModifiedBy>Пердеев Азамат Райымбекұлы</cp:lastModifiedBy>
  <cp:revision>1</cp:revision>
  <dcterms:created xsi:type="dcterms:W3CDTF">2026-07-14T09:51:34Z</dcterms:created>
  <dcterms:modified xsi:type="dcterms:W3CDTF">2026-07-14T09:51:34Z</dcterms:modified>
</cp:coreProperties>
</file>