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agis-core.vercel.app/" TargetMode="External"/><Relationship Id="rId3" Type="http://schemas.openxmlformats.org/officeDocument/2006/relationships/hyperlink" Target="mailto:azamaperdeev05@gmail.com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658368"/>
            <a:ext cx="2194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0664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ТӘУЕЛСІЗДІК ҰРПАҚТАРЫ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" y="12618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68096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негізіндегі цифрлық білім беру платформасы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8096" y="5230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Ақпараттық технологиялар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0" y="950976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778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96128" y="1060704"/>
            <a:ext cx="576986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42432" y="116128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07024" y="116128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71616" y="116128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12" name="Image 0" descr="/Users/azamat/Developer.noindex/GitHub/magistracy-prep-ai/presentation/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444752"/>
            <a:ext cx="5769864" cy="392277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848088" y="1124712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66960" y="12070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MVP</a:t>
            </a:r>
            <a:endParaRPr lang="en-US" sz="850" dirty="0"/>
          </a:p>
        </p:txBody>
      </p:sp>
      <p:pic>
        <p:nvPicPr>
          <p:cNvPr id="15" name="Image 1" descr="/Users/azamat/Developer.noindex/GitHub/magistracy-prep-ai/public/logo no bg, 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989320"/>
            <a:ext cx="34747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Мәселе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 магистратураға дайындық әлі де жүйесіз және шашыраңқы.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2103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дайындық платформалары аз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07008" y="2670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материалдары шашыраңқы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18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7008" y="32369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дайындық жүйесіз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7856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07008" y="38039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емтиханына арналған сапалы сервис жоқ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19088" y="1645920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3854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Материал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854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PDF, чат, әртүрлі файл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50808" y="1645920"/>
            <a:ext cx="2029968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8000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7026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7026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симулятор жоқ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1908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800000000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3854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3854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прогресс көрінбейді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5080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80000000000000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7026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7026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түсіндіру жоқ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06640" y="4526280"/>
            <a:ext cx="1920240" cy="0"/>
          </a:xfrm>
          <a:prstGeom prst="line">
            <a:avLst/>
          </a:prstGeom>
          <a:noFill/>
          <a:ln w="1778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4882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Оқушы уақыт жоғалтады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Шешім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- дайындықты бір жүйеге жинайтын AI платформа.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07008" y="2002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симуляторы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07008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түсіндіру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8620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07008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Теория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3009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07008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7398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07008" y="3758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1788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07008" y="4197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жоспары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9160" y="1225296"/>
            <a:ext cx="6720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03225000" dist="225806000" dir="162000000000">
              <a:srgbClr val="000000">
                <a:alpha val="12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1335024"/>
            <a:ext cx="650138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65192" y="143560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9784" y="14356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94376" y="143560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3" name="Image 0" descr="/Users/azamat/Developer.noindex/GitHub/magistracy-prep-ai/presentation/assets/tes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1719072"/>
            <a:ext cx="6501384" cy="396849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9802368" y="1399032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21240" y="1481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MODE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Қазіргі нәтиже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Идея емес. Жұмыс істейтін web-платформа бар.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4672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8e+23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01568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8e+28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02736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02736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98464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8e+33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99632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өзім әзірледім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95360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8e+38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96528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796528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интеграцияланған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481328" y="4160520"/>
            <a:ext cx="92354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8e+43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74520" y="4471416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қазір тіркелу, тест тапсыру, нәтиже көру, AI түсіндіру және тарих сақтау функцияларымен жұмыс істейді.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мүмкіндіктері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Бір өнім ішінде тест, AI және аналитика.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8e+4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сұрақты түсіндіреді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8152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8e+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0098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7764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7764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 мен прогресс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1324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8e+5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3270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270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форматына жақын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7.999999999999999e+6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926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4592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Қысқа теория блоктары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8152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7.999999999999999e+68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0098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0098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7764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7764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Кеңейтілген режим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1324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7.999999999999999e+73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3270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DB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936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Тарих және басқару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83880" y="1344168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120957500000" dist="28677362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93608" y="1453896"/>
            <a:ext cx="275234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39912" y="1554480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04504" y="15544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69096" y="1554480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41" name="Image 0" descr="/Users/azamat/Developer.noindex/GitHub/magistracy-prep-ai/presentation/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1837944"/>
            <a:ext cx="2752344" cy="1453896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9528048" y="1517904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646920" y="16002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726680" y="3529584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5036160250000000" dist="3642024974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836408" y="3639312"/>
            <a:ext cx="323697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982712" y="373989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147304" y="373989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311896" y="3739896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49" name="Image 1" descr="/Users/azamat/Developer.noindex/GitHub/magistracy-prep-ai/presentation/assets/ai-assist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023360"/>
            <a:ext cx="3236976" cy="1545336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9555480" y="3703320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9674352" y="3785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қалай көмектеседі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оқушының қатесін түсінікті әрекет жоспарына айналдырады.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98848" y="1481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7.999999999999998e+78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664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0" y="20391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21671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7.999999999999998e+8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3500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0" y="27249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28529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7.999999999999998e+88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30358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талдайды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0" y="34107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8848" y="35387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7.9999999999999985e+9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7216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сұрақтарды түсіндіреді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0" y="40965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8848" y="42245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7.999999999999999e+98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44074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жоспарын береді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0" y="47823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98848" y="4910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7.999999999999998e+103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5093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Прогресті бақылайды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183880" y="1901952"/>
            <a:ext cx="2907792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25959235175000000000" dist="462537171698000000000" dir="3.4992e+25">
              <a:srgbClr val="000000">
                <a:alpha val="1.2e+24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93608" y="2011680"/>
            <a:ext cx="268833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39912" y="2112264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04504" y="211226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69096" y="2112264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8" name="Image 0" descr="/Users/azamat/Developer.noindex/GitHub/magistracy-prep-ai/presentation/assets/ai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2395728"/>
            <a:ext cx="2688336" cy="148132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9464040" y="2075688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82912" y="215798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CHAT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41832" y="1883664"/>
            <a:ext cx="242316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7.999999999999998e+108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2344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207008" y="2798064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Әр оқушыға бірдей материал емес, өз қатесіне негізделген түсіндіру.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Даму жоспары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 жылы MVP-ден ұлттық EdTech өнімге өту.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5420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148840" y="2761488"/>
            <a:ext cx="8778240" cy="0"/>
          </a:xfrm>
          <a:prstGeom prst="line">
            <a:avLst/>
          </a:prstGeom>
          <a:noFill/>
          <a:ln w="2794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 мамандық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67328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85232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03136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оқу жоспары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27264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Онлайн төлем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38944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 пайдаланушы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5074920"/>
            <a:ext cx="105156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7.999999999999999e+113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78992" y="5303520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негізгі өнімді масштабтауға және мобильді экожүйеге шығаруға жұмсалады.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Әлеуметтік әсері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білімге қолжетімділікті арттырады.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926080" cy="2926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27432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KZ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353312" y="35021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жастары үшін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7922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76088" y="1810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сапалы білім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450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76088" y="2468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Магистратураға дайындық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3108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76088" y="31272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Барлығына қолжетімді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92040" y="3767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76088" y="37856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Қолжетімді баға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44256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76088" y="4443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EdTech дамыту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қалай пайдаланылады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 өнімді дамытуға және масштабтауға бағытталады.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664208"/>
            <a:ext cx="4462272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7.999999999999999e+118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20665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26151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бюджеті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3273552"/>
            <a:ext cx="108356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00884" y="3273552"/>
            <a:ext cx="722376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3260" y="3273552"/>
            <a:ext cx="7223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45636" y="3273552"/>
            <a:ext cx="541782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7418" y="3273552"/>
            <a:ext cx="361188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8606" y="3273552"/>
            <a:ext cx="18059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3273552"/>
            <a:ext cx="3611880" cy="4572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41148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+ Content + Mobile бірінші кезекте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190195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0722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412480" y="190195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0508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74750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272491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Apps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0722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412480" y="272491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4750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15%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72200" y="3547872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50722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10%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354787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4750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5%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190488" y="4572000"/>
            <a:ext cx="4315968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7.999999999999999e+123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28232" y="480060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Негізгі басымдық: AI сапасы, контент және мобильді қосымша.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49808" y="713232"/>
            <a:ext cx="1051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795528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49808" y="135331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№1 магистратура платформасы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7.999999999999999e+12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2412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мамандық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7.999999999999999e+133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4728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4728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7.999999999999999e+138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7044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87044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9244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7.999999999999998e+143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9360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9360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64040" y="4709160"/>
            <a:ext cx="16276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7.999999999999998e+148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65208" y="493776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665208" y="554126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Неге дәл MagisCore?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Комиссия үшін ең маңызды дәлел - өнім қазірдің өзінде жұмыс істейді.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дайын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5332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Жұмыс істейді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9844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пайдаланушы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5332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қолданылған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9844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Жалғыз әзірлеуші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928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5332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даму жоспары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10528" y="4069080"/>
            <a:ext cx="40690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0489682286722501e+25" dist="5.8742220805646e+24" dir="2.09952e+30">
              <a:srgbClr val="000000">
                <a:alpha val="1.2e+2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0256" y="4178808"/>
            <a:ext cx="384962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427939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31152" y="427939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95744" y="4279392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3" name="Image 0" descr="/Users/azamat/Developer.noindex/GitHub/magistracy-prep-ai/presentation/assets/tgo-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4562856"/>
            <a:ext cx="3849624" cy="969264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8951976" y="4242816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70848" y="43251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TGO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14400" y="4590288"/>
            <a:ext cx="4480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7.999999999999999e+153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1207008" y="49011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65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тәуекелі төмен: өнім нөлден басталмайды.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zamat/Developer.noindex/GitHub/magistracy-prep-ai/public/logo no bg, 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438912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371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Рахмет!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68096" y="2331720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платформасы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583680" y="1243584"/>
            <a:ext cx="4434840" cy="3794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7.999999999999999e+158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04304" y="1682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Website</a:t>
            </a:r>
            <a:endParaRPr lang="en-US" sz="900" dirty="0"/>
          </a:p>
        </p:txBody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7004304" y="19202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https://magis-core.vercel.app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04304" y="24323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04304" y="26700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04304" y="3182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</a:t>
            </a:r>
            <a:endParaRPr lang="en-US" sz="9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7004304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azamaperdeev05@gmail.com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04304" y="3931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Телефон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04304" y="41696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+7 747 850 18 22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8096" y="6089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"Тәуелсіздік ұрпақтары" гранты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MagisCore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MagisCore Grant Pitch Deck</dc:title>
  <dc:subject>"Тәуелсіздік ұрпақтары" гранты</dc:subject>
  <dc:creator>Пердеев Азамат Райымбекұлы</dc:creator>
  <cp:lastModifiedBy>Пердеев Азамат Райымбекұлы</cp:lastModifiedBy>
  <cp:revision>1</cp:revision>
  <dcterms:created xsi:type="dcterms:W3CDTF">2026-07-14T10:14:26Z</dcterms:created>
  <dcterms:modified xsi:type="dcterms:W3CDTF">2026-07-14T10:14:26Z</dcterms:modified>
</cp:coreProperties>
</file>